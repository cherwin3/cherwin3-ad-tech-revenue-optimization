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19072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AdStream Analytics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076549"/>
            <a:ext cx="6223638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 Tech Revenue Optimization Platform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5269971" y="4804569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Documentation and Operational Readiness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Cherwin N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Department: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CSE (AI &amp; ML)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Role: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Engineer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75072"/>
            <a:ext cx="6223638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Is AdStream Analytics?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269971" y="1283196"/>
            <a:ext cx="6223638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AI-powered advertisement optimization platform that analyzes real-time user behavior signals to recommend the most effective ad placement and format — improving publisher revenue and viewability.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69971" y="2187377"/>
            <a:ext cx="6223638" cy="917377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5438242" y="2355652"/>
            <a:ext cx="5887096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Scroll Depth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38242" y="2688332"/>
            <a:ext cx="5887096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Tracks how far users scroll to identify high-attention zones.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69971" y="3246735"/>
            <a:ext cx="6223638" cy="917377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5438242" y="3415010"/>
            <a:ext cx="5887096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Engagement Time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438242" y="3747691"/>
            <a:ext cx="5887096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Measures dwell time to gauge content relevance and intent.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69971" y="4306094"/>
            <a:ext cx="6223638" cy="917377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5438242" y="4474369"/>
            <a:ext cx="5887096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Device &amp; Page Type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38242" y="4807049"/>
            <a:ext cx="5887096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Adapts recommendations based on device form factor and page context.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69971" y="5365452"/>
            <a:ext cx="6223638" cy="917377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</p:sp>
      <p:sp>
        <p:nvSpPr>
          <p:cNvPr id="15" name="Text 12"/>
          <p:cNvSpPr/>
          <p:nvPr/>
        </p:nvSpPr>
        <p:spPr>
          <a:xfrm>
            <a:off x="5438242" y="5533727"/>
            <a:ext cx="5887096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Explanations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438242" y="5866408"/>
            <a:ext cx="5887096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generates contextual, human-readable rationale for each recommendation.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2195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Business Problem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222970"/>
            <a:ext cx="6899995" cy="3910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8988" y="2664619"/>
            <a:ext cx="3560971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Revenue Is Falling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8988" y="2960489"/>
            <a:ext cx="3560971" cy="740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Publisher revenue is under pressure from poor ad placement, cookie deprecation, and tightening privacy regulations. The current viewability rate of </a:t>
            </a:r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~55%</a:t>
            </a:r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falls significantly short of the </a:t>
            </a:r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70% industry benchmark</a:t>
            </a:r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5345113"/>
            <a:ext cx="3535671" cy="940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0450" y="5501283"/>
            <a:ext cx="3147140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Improve Viewability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930450" y="5759450"/>
            <a:ext cx="3147140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Close the gap to the 70% benchmark through smarter placement.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8012" y="5345113"/>
            <a:ext cx="3535671" cy="9405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60377" y="5501283"/>
            <a:ext cx="3147140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Increase RPM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60377" y="5759450"/>
            <a:ext cx="3147140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Maximize revenue per mille with format and position optimization.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7938" y="5345113"/>
            <a:ext cx="3535671" cy="9405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0303" y="5501283"/>
            <a:ext cx="3147140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Latency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8190303" y="5759450"/>
            <a:ext cx="3147140" cy="37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 recommendations fast enough for real-time bidding flows.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91158"/>
            <a:ext cx="10795524" cy="5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 &amp; Data Flow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20" y="1530052"/>
            <a:ext cx="10449755" cy="3921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14221" y="4508378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Explain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27860" y="4508378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52294" y="4508378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Cache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76729" y="4508378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57981" y="4508378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8086" y="5629374"/>
            <a:ext cx="10795524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pipeline is designed for low-latency, cache-first processing. Redis intercepts repeated requests to avoid redundant computation. Future extensibility includes </a:t>
            </a:r>
            <a:pPr algn="l"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Kafka</a:t>
            </a:r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event streaming, </a:t>
            </a:r>
            <a:pPr algn="l"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ClickHouse</a:t>
            </a:r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analytics, </a:t>
            </a:r>
            <a:pPr algn="l"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React</a:t>
            </a:r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dashboards, and </a:t>
            </a:r>
            <a:pPr algn="l"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OpenTelemetry + Grafana</a:t>
            </a:r>
            <a:pPr algn="l"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observability.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5093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Technologies &amp; Design Decisions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98086" y="1383804"/>
            <a:ext cx="11405108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technology was selected to support </a:t>
            </a:r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performance, scalability, maintainability,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ease of deployment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804491"/>
            <a:ext cx="428515" cy="428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417167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FastAPI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8086" y="2757587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Async REST API with auto-generated docs and high throughput.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920" y="1804491"/>
            <a:ext cx="428515" cy="4285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7920" y="2417167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Redis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187920" y="2757587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In-memory caching reduces repeated computation and cuts latency.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307159"/>
            <a:ext cx="428515" cy="4285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8086" y="3919835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Docker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98086" y="4260255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Isolates Redis in a portable, reproducible container environment.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7920" y="3307159"/>
            <a:ext cx="428515" cy="4285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7920" y="3919835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Gemini API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187920" y="4260255"/>
            <a:ext cx="5305689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Generates contextual, natural-language explanations for each recommendation.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5064820"/>
            <a:ext cx="428515" cy="4285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8086" y="5677495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Pydantic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698086" y="6017915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Enforces strict input validation, preventing malformed requests.</a:t>
            </a:r>
            <a:endParaRPr lang="en-US" sz="1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7920" y="5064820"/>
            <a:ext cx="428515" cy="42852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87920" y="5677495"/>
            <a:ext cx="5305689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Locust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6187920" y="6017915"/>
            <a:ext cx="530568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Simulates concurrent user traffic to benchmark API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Endpoints &amp; Optimization Logic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3000375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GET /health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3196828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Verifies FastAPI availability and Redis connectivity. Used for uptime monitoring and orchestration health checks.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98086" y="3366294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 /optimize-placement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98086" y="3562747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Accepts scroll depth, time on page, device type, and page type. Returns: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98086" y="3727252"/>
            <a:ext cx="5276123" cy="530721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rmAutofit/>
          </a:bodyPr>
          <a:lstStyle/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Recommended ad position (top, upper-middle, middle, bottom)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 format and predicted viewability score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Estimated RPM and Gemini-generated explanation</a:t>
            </a:r>
            <a:endParaRPr lang="en-US" sz="750" dirty="0"/>
          </a:p>
          <a:p>
            <a:pPr algn="l" marL="152400" indent="-152400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usage status flag</a:t>
            </a:r>
            <a:endParaRPr lang="en-US" sz="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836" y="974824"/>
            <a:ext cx="5276123" cy="5276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7715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Runbook &amp; Maintenance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98086" y="1508323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8086" y="1800721"/>
            <a:ext cx="3481598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1944985"/>
            <a:ext cx="348159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Services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8086" y="2325191"/>
            <a:ext cx="3481598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Launch FastAPI and Redis via Docker. Confirm both are running before accepting traffic.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54999" y="1508323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54999" y="1800721"/>
            <a:ext cx="3481598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9" name="Text 7"/>
          <p:cNvSpPr/>
          <p:nvPr/>
        </p:nvSpPr>
        <p:spPr>
          <a:xfrm>
            <a:off x="4354999" y="1944985"/>
            <a:ext cx="348159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Health Verification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54999" y="2325191"/>
            <a:ext cx="3481598" cy="59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Call 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confirm API and Redis connectivity.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11912" y="1508323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11912" y="1800721"/>
            <a:ext cx="3481697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3" name="Text 11"/>
          <p:cNvSpPr/>
          <p:nvPr/>
        </p:nvSpPr>
        <p:spPr>
          <a:xfrm>
            <a:off x="8011912" y="1944985"/>
            <a:ext cx="348169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 Inspection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11912" y="2325191"/>
            <a:ext cx="3481697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application and Docker logs for validation errors, timeouts, or connection failures.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8086" y="3510161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98086" y="3783905"/>
            <a:ext cx="5310055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86" y="3946823"/>
            <a:ext cx="531005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Service Recovery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8086" y="4327029"/>
            <a:ext cx="5310055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Restart failed services, re-verify health, and document root cause and resolution.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83455" y="3510161"/>
            <a:ext cx="37394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83455" y="3783905"/>
            <a:ext cx="5310154" cy="2540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21" name="Text 19"/>
          <p:cNvSpPr/>
          <p:nvPr/>
        </p:nvSpPr>
        <p:spPr>
          <a:xfrm>
            <a:off x="6183455" y="3946823"/>
            <a:ext cx="531015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Routine Maintenance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83455" y="4327029"/>
            <a:ext cx="5310154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Update dependencies, rotate API keys via environment variables, run scheduled load tests, and back up configurations.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98086" y="5206702"/>
            <a:ext cx="10795524" cy="1006177"/>
          </a:xfrm>
          <a:prstGeom prst="roundRect">
            <a:avLst>
              <a:gd name="adj" fmla="val 2788"/>
            </a:avLst>
          </a:prstGeom>
          <a:solidFill>
            <a:srgbClr val="790645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009" y="5455642"/>
            <a:ext cx="233754" cy="1869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05686" y="5466060"/>
            <a:ext cx="10001000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Gemini Fallback: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If the Gemini API is unavailable, the system degrades gracefully to rule-based explanations — ensuring zero downtime for recommendations.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524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Monitoring &amp; Incident Response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40495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Observability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233216"/>
            <a:ext cx="5154484" cy="97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Today, 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Docker logs provide baseline visibility. The roadmap includes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OpenTelemetry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distributed tracing and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Grafana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dashboards tracking: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3389313"/>
            <a:ext cx="5154484" cy="1485999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Request count and latency (p50, p99)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Failure rate and error breakdown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CPU and memory utilization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 availability and cache hit rate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1740495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Incident Response Flow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0285" y="2268091"/>
            <a:ext cx="299137" cy="2991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93656" y="2258120"/>
            <a:ext cx="45063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Detect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Health endpoint alerts or log anomalies trigger investigation.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0285" y="3305423"/>
            <a:ext cx="299137" cy="2991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3656" y="3295452"/>
            <a:ext cx="45063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Isolate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Identify the failed component: FastAPI, Redis, or Gemini.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0285" y="4342755"/>
            <a:ext cx="299137" cy="2991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93656" y="4332784"/>
            <a:ext cx="4506304" cy="338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Recover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Restart the service and verify via 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0285" y="5350024"/>
            <a:ext cx="299137" cy="2991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93656" y="5340052"/>
            <a:ext cx="45063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Document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Record root cause and resolution for post-mortem review.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1994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Testing with Locust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98086" y="1510705"/>
            <a:ext cx="11405108" cy="267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Locust simulates concurrent users hitting 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/optimize-placement</a:t>
            </a:r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measure throughput, latency, and failure rate under load.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8086" y="1944092"/>
            <a:ext cx="10795524" cy="3160911"/>
          </a:xfrm>
          <a:prstGeom prst="roundRect">
            <a:avLst>
              <a:gd name="adj" fmla="val 81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086" y="2397919"/>
            <a:ext cx="10795524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2848570"/>
            <a:ext cx="10795524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299222"/>
            <a:ext cx="10795524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3749873"/>
            <a:ext cx="10795524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4200525"/>
            <a:ext cx="10795524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8086" y="4651177"/>
            <a:ext cx="10795524" cy="107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17565" y="1944092"/>
            <a:ext cx="10714" cy="316091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75782" y="2045097"/>
            <a:ext cx="457684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Metric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92087" y="2045097"/>
            <a:ext cx="673341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Result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5782" y="2495748"/>
            <a:ext cx="457684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Concurrent Users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2087" y="2495748"/>
            <a:ext cx="673341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[Enter Locust result]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5782" y="2946400"/>
            <a:ext cx="457684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Requests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92087" y="2946400"/>
            <a:ext cx="673341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[Enter Locust result]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5782" y="3397052"/>
            <a:ext cx="457684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Requests / Second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92087" y="3397052"/>
            <a:ext cx="673341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[Enter Locust result]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5782" y="3847703"/>
            <a:ext cx="457684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Response Time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92087" y="3847703"/>
            <a:ext cx="673341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[Enter result] 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5782" y="4298355"/>
            <a:ext cx="457684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Maximum Response 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92087" y="4298355"/>
            <a:ext cx="673341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[Enter result] 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5782" y="4749006"/>
            <a:ext cx="457684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Failure Percentage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92087" y="4749006"/>
            <a:ext cx="673341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[Enter result] 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98086" y="5270698"/>
            <a:ext cx="10795524" cy="875308"/>
          </a:xfrm>
          <a:prstGeom prst="roundRect">
            <a:avLst>
              <a:gd name="adj" fmla="val 2938"/>
            </a:avLst>
          </a:prstGeom>
          <a:solidFill>
            <a:srgbClr val="022349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32" y="5482134"/>
            <a:ext cx="214208" cy="17135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54987" y="5460702"/>
            <a:ext cx="10067276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placeholder values with actual Locust test results. Include a screenshot of the Locust web UI report alongside this table for visual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91245"/>
            <a:ext cx="6223638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Roadmap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5269971" y="1232198"/>
            <a:ext cx="6223638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AdStream Analytics delivers </a:t>
            </a:r>
            <a:pPr algn="l" indent="0" marL="0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data-driven ad placement recommendations</a:t>
            </a:r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a performant, cache-aware backend and AI-generated explanations — directly addressing the viewability and revenue gap.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269971" y="2035274"/>
            <a:ext cx="6223638" cy="4231481"/>
          </a:xfrm>
          <a:prstGeom prst="roundRect">
            <a:avLst>
              <a:gd name="adj" fmla="val 552"/>
            </a:avLst>
          </a:prstGeom>
          <a:solidFill>
            <a:srgbClr val="444752"/>
          </a:solidFill>
          <a:ln/>
        </p:spPr>
      </p:sp>
      <p:sp>
        <p:nvSpPr>
          <p:cNvPr id="6" name="Shape 3"/>
          <p:cNvSpPr/>
          <p:nvPr/>
        </p:nvSpPr>
        <p:spPr>
          <a:xfrm>
            <a:off x="5269971" y="2035274"/>
            <a:ext cx="6223638" cy="1057870"/>
          </a:xfrm>
          <a:custGeom>
            <a:avLst/>
            <a:gdLst/>
            <a:ahLst/>
            <a:cxnLst/>
            <a:rect l="l" t="t" r="r" b="b"/>
            <a:pathLst>
              <a:path w="6223638" h="1057870">
                <a:moveTo>
                  <a:pt x="19480" y="0"/>
                </a:moveTo>
                <a:lnTo>
                  <a:pt x="6204158" y="0"/>
                </a:lnTo>
                <a:arcTo hR="19481" wR="19480" stAng="16200000" swAng="5400000"/>
                <a:lnTo>
                  <a:pt x="6223638" y="1057870"/>
                </a:lnTo>
                <a:lnTo>
                  <a:pt x="0" y="1057870"/>
                </a:lnTo>
                <a:lnTo>
                  <a:pt x="0" y="19481"/>
                </a:lnTo>
                <a:arcTo hR="19481" wR="19480" stAng="10800000" swAng="5400000"/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5425741" y="2191048"/>
            <a:ext cx="591209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Delivered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25741" y="2493268"/>
            <a:ext cx="5912099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REST API, Redis caching, Gemini explanations, Pydantic validation, Docker deployment, and Locust load testing.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69971" y="3093145"/>
            <a:ext cx="6223638" cy="1057870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0" name="Shape 7"/>
          <p:cNvSpPr/>
          <p:nvPr/>
        </p:nvSpPr>
        <p:spPr>
          <a:xfrm>
            <a:off x="5269971" y="3093145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1" name="Text 8"/>
          <p:cNvSpPr/>
          <p:nvPr/>
        </p:nvSpPr>
        <p:spPr>
          <a:xfrm>
            <a:off x="5425741" y="3248918"/>
            <a:ext cx="591209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🔭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Next: Real-Time Events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25741" y="3551138"/>
            <a:ext cx="5912099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</a:t>
            </a:r>
            <a:pPr algn="l" indent="0" marL="0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Kafka</a:t>
            </a:r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streaming user engagement events and </a:t>
            </a:r>
            <a:pPr algn="l" indent="0" marL="0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ClickHouse</a:t>
            </a:r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large-scale analytics.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69971" y="4151015"/>
            <a:ext cx="6223638" cy="1057870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4" name="Shape 11"/>
          <p:cNvSpPr/>
          <p:nvPr/>
        </p:nvSpPr>
        <p:spPr>
          <a:xfrm>
            <a:off x="5269971" y="4151015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5" name="Text 12"/>
          <p:cNvSpPr/>
          <p:nvPr/>
        </p:nvSpPr>
        <p:spPr>
          <a:xfrm>
            <a:off x="5425741" y="4306788"/>
            <a:ext cx="591209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🔭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Next: Publisher Dashboard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25741" y="4609009"/>
            <a:ext cx="5912099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</a:t>
            </a:r>
            <a:pPr algn="l" indent="0" marL="0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React</a:t>
            </a:r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dashboard for publishers to view recommendations, RPM trends, and viewability scores.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69971" y="5208885"/>
            <a:ext cx="6223638" cy="1057870"/>
          </a:xfrm>
          <a:custGeom>
            <a:avLst/>
            <a:gdLst/>
            <a:ahLst/>
            <a:cxnLst/>
            <a:rect l="l" t="t" r="r" b="b"/>
            <a:pathLst>
              <a:path w="6223638" h="1057870">
                <a:moveTo>
                  <a:pt x="0" y="0"/>
                </a:moveTo>
                <a:lnTo>
                  <a:pt x="6223638" y="0"/>
                </a:lnTo>
                <a:lnTo>
                  <a:pt x="6223638" y="1038389"/>
                </a:lnTo>
                <a:arcTo hR="19481" wR="19480" stAng="0" swAng="5400000"/>
                <a:lnTo>
                  <a:pt x="19480" y="1057870"/>
                </a:lnTo>
                <a:arcTo hR="19481" wR="19480" stAng="5400000" swAng="5400000"/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18" name="Shape 15"/>
          <p:cNvSpPr/>
          <p:nvPr/>
        </p:nvSpPr>
        <p:spPr>
          <a:xfrm>
            <a:off x="5269971" y="5208885"/>
            <a:ext cx="6223638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9" name="Text 16"/>
          <p:cNvSpPr/>
          <p:nvPr/>
        </p:nvSpPr>
        <p:spPr>
          <a:xfrm>
            <a:off x="5425741" y="5364659"/>
            <a:ext cx="591209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🔭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Next: Advanced ML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25741" y="5666879"/>
            <a:ext cx="5912099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rule-based logic with trained models for more accurate viewability and revenue predictions.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2026-08-19T23:49:25Z</dcterms:created>
  <dcterms:modified xsi:type="dcterms:W3CDTF">2026-08-19T23:49:25Z</dcterms:modified>
</cp:coreProperties>
</file>